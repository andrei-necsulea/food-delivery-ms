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7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58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3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8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9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3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6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2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7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3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5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16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010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43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46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15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61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0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DF935-B159-4DD5-92DF-FBAE3367FF5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523FB-905F-41CB-8D0E-F595C261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73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802D-A05F-47A8-9EE2-7CA5C67C8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Online Food Delivery System</a:t>
            </a:r>
            <a:br>
              <a:rPr lang="en-US" sz="4800" dirty="0"/>
            </a:br>
            <a:r>
              <a:rPr lang="en-US" sz="4800" dirty="0"/>
              <a:t>Functionalities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0318F-3452-4A27-871A-2D27E8832B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Nic</a:t>
            </a:r>
            <a:r>
              <a:rPr lang="en-US" b="0" i="0" dirty="0" err="1">
                <a:effectLst/>
              </a:rPr>
              <a:t>ă</a:t>
            </a:r>
            <a:r>
              <a:rPr lang="en-US" b="0" i="0" dirty="0">
                <a:effectLst/>
              </a:rPr>
              <a:t> David Andrei</a:t>
            </a:r>
          </a:p>
          <a:p>
            <a:r>
              <a:rPr lang="en-US" dirty="0" err="1"/>
              <a:t>Nec</a:t>
            </a:r>
            <a:r>
              <a:rPr lang="en-US" b="0" i="0" dirty="0" err="1">
                <a:effectLst/>
              </a:rPr>
              <a:t>ș</a:t>
            </a:r>
            <a:r>
              <a:rPr lang="en-US" dirty="0" err="1"/>
              <a:t>ulea</a:t>
            </a:r>
            <a:r>
              <a:rPr lang="en-US" dirty="0"/>
              <a:t> Andrei Mihai</a:t>
            </a:r>
          </a:p>
          <a:p>
            <a:r>
              <a:rPr lang="en-US" dirty="0" err="1"/>
              <a:t>Onofrei</a:t>
            </a:r>
            <a:r>
              <a:rPr lang="en-US" dirty="0"/>
              <a:t> </a:t>
            </a:r>
            <a:r>
              <a:rPr lang="en-US" dirty="0" err="1"/>
              <a:t>Alexandru</a:t>
            </a:r>
            <a:r>
              <a:rPr lang="en-US" dirty="0"/>
              <a:t> Gabriel</a:t>
            </a:r>
          </a:p>
        </p:txBody>
      </p:sp>
    </p:spTree>
    <p:extLst>
      <p:ext uri="{BB962C8B-B14F-4D97-AF65-F5344CB8AC3E}">
        <p14:creationId xmlns:p14="http://schemas.microsoft.com/office/powerpoint/2010/main" val="1713740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DFAC-8F05-46D3-AD73-6AD53489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6B6AB-8302-4DF6-8E67-DE4C7447C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Implemented</a:t>
            </a:r>
          </a:p>
          <a:p>
            <a:r>
              <a:rPr lang="en-US" dirty="0"/>
              <a:t>Not Implemented</a:t>
            </a:r>
          </a:p>
        </p:txBody>
      </p:sp>
    </p:spTree>
    <p:extLst>
      <p:ext uri="{BB962C8B-B14F-4D97-AF65-F5344CB8AC3E}">
        <p14:creationId xmlns:p14="http://schemas.microsoft.com/office/powerpoint/2010/main" val="307383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896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effectLst/>
              </a:rPr>
              <a:t>1. Restaurant Browsing &amp; Menu Viewing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REQ-REST-01: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The system shall provide a “Restaurants” page that lists all active restaurants.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REQ-REST-02: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Each restaurant displayed in the list shall include at minimum: Name and Address.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REQ-REST-03: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The system shall allow users to search restaurants by name.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REQ-REST-04: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The system shall allow filtering restaurants by at least one criterion (e.g., Location or Cuisine Type).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REQ-REST-05: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The system shall provide a Restaurant Details page for each selected restaurant.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REQ-REST-06: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The Restaurant Details page shall display the menu items associated with the selected restaurant.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REQ-REST-07: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Each displayed menu item shall include at minimum: Name and Price.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REQ-REST-08: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The system shall return HTTP 404 and display an appropriate message when a restaurant with an invalid ID is requested.</a:t>
            </a:r>
            <a:endParaRPr lang="en-US" sz="17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ro-RO" sz="1700" b="1" dirty="0">
                <a:effectLst/>
                <a:ea typeface="Times New Roman" panose="02020603050405020304" pitchFamily="18" charset="0"/>
              </a:rPr>
              <a:t>REQ-REST-09:</a:t>
            </a:r>
            <a:r>
              <a:rPr lang="ro-RO" sz="1700" dirty="0">
                <a:effectLst/>
                <a:ea typeface="Times New Roman" panose="02020603050405020304" pitchFamily="18" charset="0"/>
              </a:rPr>
              <a:t> Restaurant browsing shall be accessible without authentication.</a:t>
            </a:r>
            <a:endParaRPr lang="en-US" sz="18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2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0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89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2. </a:t>
            </a:r>
            <a:r>
              <a:rPr lang="en-US" sz="1800" b="1" dirty="0">
                <a:effectLst/>
              </a:rPr>
              <a:t>User Registration &amp; Authentication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REQ-AUTH-01: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provide a user registration page accessible to all visitors.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REQ-AUTH-02: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require at minimum Name, Email, Password, and Role during registration.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REQ-AUTH-03: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validate that the email address is unique in the database.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REQ-AUTH-04: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encrypt user passwords before storing them in the database.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REQ-AUTH-05: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allow users to log in using email and password.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REQ-AUTH-06: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create a secure session after successful authentication.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REQ-AUTH-07: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implement role-based authorization (Customer, Restaurant Manager, Courier, Administrator).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REQ-AUTH-08: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redirect users to role-specific dashboards after login.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REQ-AUTH-09: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provide a password reset functionality via email.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REQ-AUTH-10: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prevent unauthorized users from accessing restricted pages.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400" b="1" dirty="0">
                <a:effectLst/>
                <a:ea typeface="Times" panose="02020603050405020304" pitchFamily="18" charset="0"/>
              </a:rPr>
              <a:t>REQ-AUTH-11:</a:t>
            </a:r>
            <a:r>
              <a:rPr lang="en-US" sz="1400" dirty="0">
                <a:effectLst/>
                <a:ea typeface="Times" panose="02020603050405020304" pitchFamily="18" charset="0"/>
              </a:rPr>
              <a:t> The system shall allow authenticated users to update their profile information.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effectLst/>
              <a:ea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0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896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ea typeface="Times" panose="02020603050405020304" pitchFamily="18" charset="0"/>
              </a:rPr>
              <a:t>3. </a:t>
            </a:r>
            <a:r>
              <a:rPr lang="en-US" sz="1800" b="1" dirty="0">
                <a:ea typeface="Times" panose="02020603050405020304" pitchFamily="18" charset="0"/>
              </a:rPr>
              <a:t>Restaurant Management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authenticated Restaurant Managers to create restaurant profiles.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require at minimum the following fields when creating a restaurant: Name, Address, and Working Hours.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validate that the restaurant name is not empty.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store restaurant location data in the database.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update restaurant details.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modify working hours.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update restaurant description.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delete their restaurant profile.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REQ-RM-09: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restaurant modification access to authorized Restaurant Managers and Administrators only.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0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0896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ea typeface="Times" panose="02020603050405020304" pitchFamily="18" charset="0"/>
              </a:rPr>
              <a:t>4. </a:t>
            </a:r>
            <a:r>
              <a:rPr lang="en-US" sz="1800" b="1" dirty="0">
                <a:ea typeface="Times" panose="02020603050405020304" pitchFamily="18" charset="0"/>
              </a:rPr>
              <a:t>Menu Management</a:t>
            </a:r>
            <a:endParaRPr lang="en-US" sz="1800" b="1" dirty="0">
              <a:effectLst/>
              <a:ea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authenticated Restaurant Managers to add new menu items.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require at minimum Name and Price for each menu item.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validate that menu item price is greater than zero.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assigning a category to each menu item.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store menu items in the database linked to a specific restaurant.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update menu item details.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delete menu items that are not part of active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marking menu items as unavailable without deleting them.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REQ-MENU-09: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customers from ordering unavailable items.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REQ-MENU-10: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menu management operations to authorized Restaurant Managers and Administrators.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REQ-MENU-11: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ensure that menu items are displayed only for active restaurants.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65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2320" y="2701773"/>
            <a:ext cx="3820845" cy="3473647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accept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reject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updating order status to “Preparing”.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updating order status to “Ready for Delivery”.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notify Customers upon status change.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store order history.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order access to related Customer, Restaurant Manager, Courier, and Administrator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ensure transactional consistency during order creation.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REQ-ORD-19: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maintain referential integrity between orders and menu items.</a:t>
            </a:r>
            <a:endParaRPr lang="en-US" sz="18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50B140-060F-4FCE-B2F0-DB6EFFA479BB}"/>
              </a:ext>
            </a:extLst>
          </p:cNvPr>
          <p:cNvSpPr txBox="1">
            <a:spLocks/>
          </p:cNvSpPr>
          <p:nvPr/>
        </p:nvSpPr>
        <p:spPr>
          <a:xfrm>
            <a:off x="832721" y="2489272"/>
            <a:ext cx="3820845" cy="408968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ea typeface="Times" panose="02020603050405020304" pitchFamily="18" charset="0"/>
              </a:rPr>
              <a:t>5. </a:t>
            </a:r>
            <a:r>
              <a:rPr lang="en-US" sz="1800" b="1" dirty="0">
                <a:ea typeface="Times" panose="02020603050405020304" pitchFamily="18" charset="0"/>
              </a:rPr>
              <a:t>Order Management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REQ-ORD-01:</a:t>
            </a:r>
            <a:r>
              <a:rPr lang="en-US" sz="1800" dirty="0">
                <a:ea typeface="Times" panose="02020603050405020304" pitchFamily="18" charset="0"/>
              </a:rPr>
              <a:t> The system shall allow authenticated Customers to create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REQ-ORD-02:</a:t>
            </a:r>
            <a:r>
              <a:rPr lang="en-US" sz="1800" dirty="0">
                <a:ea typeface="Times" panose="02020603050405020304" pitchFamily="18" charset="0"/>
              </a:rPr>
              <a:t> The system shall validate menu item availability before order confirmation.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REQ-ORD-03:</a:t>
            </a:r>
            <a:r>
              <a:rPr lang="en-US" sz="1800" dirty="0">
                <a:ea typeface="Times" panose="02020603050405020304" pitchFamily="18" charset="0"/>
              </a:rPr>
              <a:t> The system shall automatically calculate total order price.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REQ-ORD-04:</a:t>
            </a:r>
            <a:r>
              <a:rPr lang="en-US" sz="1800" dirty="0">
                <a:ea typeface="Times" panose="02020603050405020304" pitchFamily="18" charset="0"/>
              </a:rPr>
              <a:t> The system shall generate a unique identifier for each order.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REQ-ORD-05:</a:t>
            </a:r>
            <a:r>
              <a:rPr lang="en-US" sz="1800" dirty="0">
                <a:ea typeface="Times" panose="02020603050405020304" pitchFamily="18" charset="0"/>
              </a:rPr>
              <a:t> The system shall store order creation timestamp.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REQ-ORD-06:</a:t>
            </a:r>
            <a:r>
              <a:rPr lang="en-US" sz="1800" dirty="0">
                <a:ea typeface="Times" panose="02020603050405020304" pitchFamily="18" charset="0"/>
              </a:rPr>
              <a:t> The system shall assign initial status “Created” to new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REQ-ORD-07:</a:t>
            </a:r>
            <a:r>
              <a:rPr lang="en-US" sz="1800" dirty="0">
                <a:ea typeface="Times" panose="02020603050405020304" pitchFamily="18" charset="0"/>
              </a:rPr>
              <a:t> The system shall allow Customers to modify orders before acceptance.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REQ-ORD-08:</a:t>
            </a:r>
            <a:r>
              <a:rPr lang="en-US" sz="1800" dirty="0">
                <a:ea typeface="Times" panose="02020603050405020304" pitchFamily="18" charset="0"/>
              </a:rPr>
              <a:t> The system shall prevent modification after the order is accepted.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REQ-ORD-09:</a:t>
            </a:r>
            <a:r>
              <a:rPr lang="en-US" sz="1800" dirty="0">
                <a:ea typeface="Times" panose="02020603050405020304" pitchFamily="18" charset="0"/>
              </a:rPr>
              <a:t> The system shall allow Customers to cancel orders before acceptance.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a typeface="Times" panose="02020603050405020304" pitchFamily="18" charset="0"/>
              </a:rPr>
              <a:t>REQ-ORD-10:</a:t>
            </a:r>
            <a:r>
              <a:rPr lang="en-US" sz="1800" dirty="0">
                <a:ea typeface="Times" panose="02020603050405020304" pitchFamily="18" charset="0"/>
              </a:rPr>
              <a:t> The system shall prevent cancellation after the order is marked “Out for Delivery”.</a:t>
            </a:r>
          </a:p>
        </p:txBody>
      </p:sp>
    </p:spTree>
    <p:extLst>
      <p:ext uri="{BB962C8B-B14F-4D97-AF65-F5344CB8AC3E}">
        <p14:creationId xmlns:p14="http://schemas.microsoft.com/office/powerpoint/2010/main" val="103023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10749679" cy="408968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800" dirty="0">
                <a:ea typeface="Times" panose="02020603050405020304" pitchFamily="18" charset="0"/>
              </a:rPr>
              <a:t>6. </a:t>
            </a:r>
            <a:r>
              <a:rPr lang="en-US" sz="1800" b="1" dirty="0">
                <a:effectLst/>
                <a:ea typeface="Times" panose="02020603050405020304" pitchFamily="18" charset="0"/>
              </a:rPr>
              <a:t>Payment Processing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support at least two payment methods: Online Payment and Cash on Delivery.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Customers to select a payment method during checkout.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create a payment record linked to a specific order.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set the payment status to “Pending Payment” when an online payment is initiated.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update payment status to “Paid” only after successful confirmation from the payment provider.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store a unique payment transaction identifier for online payments.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mark payment status as “Failed” when the payment provider indicates an unsuccessful transaction.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display an appropriate error message when online payment fails.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REQ-PAY-09: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an order from being accepted by the restaurant if the selected payment method is online and payment status is not “Paid”.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REQ-PAY-10: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store the selected payment method for each order.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REQ-PAY-11: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set payment status to “Unpaid” for Cash on Delivery orders at confirmation 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REQ-PAY-12: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payment detail access to the related Customer and Administrators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REQ-PAY-13: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log all payment events, including initiation, success, and failure.</a:t>
            </a:r>
            <a:endParaRPr lang="en-US" sz="18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86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191335" cy="408968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7. </a:t>
            </a:r>
            <a:r>
              <a:rPr lang="en-US" sz="1800" b="1" dirty="0">
                <a:effectLst/>
                <a:ea typeface="Times" panose="02020603050405020304" pitchFamily="18" charset="0"/>
              </a:rPr>
              <a:t>Delivery Management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assignment of a courier to an order marked “Ready for Delivery”.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the assigned courier to accept the delivery.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update order status to “Out for Delivery” after courier acceptance.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the assigned courier to update delivery progress.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delivery status updates to the assigned courier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the courier to mark the order as “Delivered”.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record the delivery completion timestamp.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log all delivery-related actions.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REQ-DEL-09: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delivery confirmation if order status is not “Out for Delivery”.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REQ-DEL-10: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return HTTP 404 when accessing a non-existent delivery record.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REQ-DEL-11: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ensure valid delivery state transitions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REQ-DEL-12: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administrators to reassign a courier if necessary.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REQ-DEL-13: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store delivery route information associated with the order.</a:t>
            </a:r>
          </a:p>
        </p:txBody>
      </p:sp>
    </p:spTree>
    <p:extLst>
      <p:ext uri="{BB962C8B-B14F-4D97-AF65-F5344CB8AC3E}">
        <p14:creationId xmlns:p14="http://schemas.microsoft.com/office/powerpoint/2010/main" val="148534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191335" cy="4089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8. </a:t>
            </a:r>
            <a:r>
              <a:rPr lang="en-US" sz="1800" b="1" dirty="0">
                <a:effectLst/>
                <a:ea typeface="Times" panose="02020603050405020304" pitchFamily="18" charset="0"/>
              </a:rPr>
              <a:t>Order Tracking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authenticated Customers to view the status of their own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display the current order status in real time or near real 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display order details including ordered items, total price, and timestamps.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Customers to access order history.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display courier information when a courier is assigned.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tracking visibility to the related Customer and authorized Administrators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return HTTP 404 when attempting to access a non-existent order.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REQ-TRK-08: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exposure of sensitive courier personal data beyond name and contact number.</a:t>
            </a:r>
          </a:p>
        </p:txBody>
      </p:sp>
    </p:spTree>
    <p:extLst>
      <p:ext uri="{BB962C8B-B14F-4D97-AF65-F5344CB8AC3E}">
        <p14:creationId xmlns:p14="http://schemas.microsoft.com/office/powerpoint/2010/main" val="92915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191335" cy="40896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/>
              <a:t>9. </a:t>
            </a:r>
            <a:r>
              <a:rPr lang="en-US" sz="1800" b="1" dirty="0">
                <a:effectLst/>
                <a:ea typeface="Times" panose="02020603050405020304" pitchFamily="18" charset="0"/>
              </a:rPr>
              <a:t>Reporting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Restaurant Managers to generate sales reports for their own restaurant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generate monthly sales reports including aggregated revenue statistics.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calculate average order value within a selected period.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generate delivery performance reports including average delivery 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generate customer activity reports including number of orders per customer.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filtering reports by date range.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report visibility based on user role.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display reports in a structured tabular format.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REQ-REP-09: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generation of reports for invalid date ranges.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REQ-REP-10: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ensure that reporting operations do not modify production data.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>
              <a:effectLst/>
              <a:ea typeface="Times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800" b="1" dirty="0">
              <a:effectLst/>
              <a:ea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240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191335" cy="40896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10. </a:t>
            </a:r>
            <a:r>
              <a:rPr lang="en-US" sz="1800" b="1" dirty="0">
                <a:effectLst/>
                <a:ea typeface="Times" panose="02020603050405020304" pitchFamily="18" charset="0"/>
              </a:rPr>
              <a:t>Data Export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exporting report data in CSV format.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exporting report data in XLS format.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users to select a date range before exporting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export functionality to authorized roles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REQ-EXP-05: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generate downloadable files for export operations.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ensure that exported data reflects the selected filters.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export operations that return empty datasets without warning the user.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REQ-EXP-08: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ensure that export operations do not alter production data.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b="1" dirty="0">
              <a:effectLst/>
              <a:ea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562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4CA9-DF5C-499F-81A0-CDCB9374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 to be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6727-A762-4188-AC9B-3F428C059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191335" cy="4089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11. </a:t>
            </a:r>
            <a:r>
              <a:rPr lang="en-US" sz="1800" b="1" dirty="0">
                <a:effectLst/>
                <a:ea typeface="Times" panose="02020603050405020304" pitchFamily="18" charset="0"/>
              </a:rPr>
              <a:t>Logging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REQ-LOG-01: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record all order creation, update, and cancellation actions.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REQ-LOG-02: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record all payment-related events.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REQ-LOG-03: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record all delivery status updates.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REQ-LOG-04: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record all restaurant and menu management actions.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REQ-LOG-05:</a:t>
            </a:r>
            <a:r>
              <a:rPr lang="en-US" sz="1800" dirty="0">
                <a:effectLst/>
                <a:ea typeface="Times" panose="02020603050405020304" pitchFamily="18" charset="0"/>
              </a:rPr>
              <a:t> Each log entry shall include at minimum: User ID (if applicable), Action Type, Timestamp, and Entity Reference.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REQ-LOG-06: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restrict log access to Administrators only.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REQ-LOG-07: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Administrators to filter logs by date range.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REQ-LOG-08: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allow filtering logs by user ID or action type.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REQ-LOG-09: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prevent modification or deletion of log records by non-administrative users.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ea typeface="Times" panose="02020603050405020304" pitchFamily="18" charset="0"/>
              </a:rPr>
              <a:t>REQ-LOG-10:</a:t>
            </a:r>
            <a:r>
              <a:rPr lang="en-US" sz="1800" dirty="0">
                <a:effectLst/>
                <a:ea typeface="Times" panose="02020603050405020304" pitchFamily="18" charset="0"/>
              </a:rPr>
              <a:t> The system shall return HTTP 404 when accessing non-existent log entries.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b="1" dirty="0">
              <a:effectLst/>
              <a:ea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51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60-5EF8-45D0-A013-6AE79E67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6B2EB-2991-48BD-A5C9-063061EA2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Light/Dark mode switching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Map for delivery tracking</a:t>
            </a:r>
          </a:p>
        </p:txBody>
      </p:sp>
    </p:spTree>
    <p:extLst>
      <p:ext uri="{BB962C8B-B14F-4D97-AF65-F5344CB8AC3E}">
        <p14:creationId xmlns:p14="http://schemas.microsoft.com/office/powerpoint/2010/main" val="2653156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60-5EF8-45D0-A013-6AE79E67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6B2EB-2991-48BD-A5C9-063061EA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8895121" cy="431506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 Test Suite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</a:t>
            </a:r>
            <a:r>
              <a:rPr lang="en-US" sz="1400" b="0" i="0" dirty="0">
                <a:effectLst/>
              </a:rPr>
              <a:t>This folder contains the automated tests added for the project.</a:t>
            </a:r>
            <a:endParaRPr lang="en-US" sz="1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 What is covered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Pure utility functions in </a:t>
            </a:r>
            <a:r>
              <a:rPr lang="en-US" sz="1400" dirty="0" err="1"/>
              <a:t>reports.views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CSV/XLSX export helpers in </a:t>
            </a:r>
            <a:r>
              <a:rPr lang="en-US" sz="1400" dirty="0" err="1"/>
              <a:t>reports.exporters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Math template filters in </a:t>
            </a:r>
            <a:r>
              <a:rPr lang="en-US" sz="1400" dirty="0" err="1"/>
              <a:t>reports.templatetags.math_filters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Payment visibility logic in </a:t>
            </a:r>
            <a:r>
              <a:rPr lang="en-US" sz="1400" dirty="0" err="1"/>
              <a:t>payments.views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Log tail helper in </a:t>
            </a:r>
            <a:r>
              <a:rPr lang="en-US" sz="1400" dirty="0" err="1"/>
              <a:t>reports.views</a:t>
            </a:r>
            <a:endParaRPr lang="en-US" sz="1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 Current Status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17 automated tests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/>
              <a:t> 5+ tests verify internal logic and helper algorithms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 Run</a:t>
            </a:r>
          </a:p>
          <a:p>
            <a:pPr marL="457200" lvl="1" indent="0">
              <a:buNone/>
            </a:pPr>
            <a:r>
              <a:rPr lang="en-US" sz="1200" dirty="0"/>
              <a:t>cd /Users/</a:t>
            </a:r>
            <a:r>
              <a:rPr lang="en-US" sz="1200" dirty="0" err="1"/>
              <a:t>andrei_necsulea</a:t>
            </a:r>
            <a:r>
              <a:rPr lang="en-US" sz="1200" dirty="0"/>
              <a:t>/Desktop/</a:t>
            </a:r>
            <a:r>
              <a:rPr lang="en-US" sz="1200" dirty="0" err="1"/>
              <a:t>FoodDeliveryMS</a:t>
            </a:r>
            <a:endParaRPr lang="en-US" sz="1200" dirty="0"/>
          </a:p>
          <a:p>
            <a:pPr marL="457200" lvl="1" indent="0">
              <a:buNone/>
            </a:pPr>
            <a:r>
              <a:rPr lang="en-US" sz="1200" dirty="0"/>
              <a:t>source .</a:t>
            </a:r>
            <a:r>
              <a:rPr lang="en-US" sz="1200" dirty="0" err="1"/>
              <a:t>venv</a:t>
            </a:r>
            <a:r>
              <a:rPr lang="en-US" sz="1200" dirty="0"/>
              <a:t>/bin/activate</a:t>
            </a:r>
          </a:p>
          <a:p>
            <a:pPr marL="457200" lvl="1" indent="0">
              <a:buNone/>
            </a:pPr>
            <a:r>
              <a:rPr lang="en-US" sz="1200" dirty="0" err="1"/>
              <a:t>pytest</a:t>
            </a:r>
            <a:r>
              <a:rPr lang="en-US" sz="1200" dirty="0"/>
              <a:t> -q "Software Development/tests“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1200" dirty="0"/>
              <a:t>For coverage:</a:t>
            </a:r>
          </a:p>
          <a:p>
            <a:pPr marL="457200" lvl="1" indent="0">
              <a:buNone/>
            </a:pPr>
            <a:r>
              <a:rPr lang="en-US" sz="1200" dirty="0" err="1"/>
              <a:t>pytest</a:t>
            </a:r>
            <a:r>
              <a:rPr lang="en-US" sz="1200" dirty="0"/>
              <a:t> --</a:t>
            </a:r>
            <a:r>
              <a:rPr lang="en-US" sz="1200" dirty="0" err="1"/>
              <a:t>cov</a:t>
            </a:r>
            <a:r>
              <a:rPr lang="en-US" sz="1200" dirty="0"/>
              <a:t>=reports --</a:t>
            </a:r>
            <a:r>
              <a:rPr lang="en-US" sz="1200" dirty="0" err="1"/>
              <a:t>cov</a:t>
            </a:r>
            <a:r>
              <a:rPr lang="en-US" sz="1200" dirty="0"/>
              <a:t>=payments --</a:t>
            </a:r>
            <a:r>
              <a:rPr lang="en-US" sz="1200" dirty="0" err="1"/>
              <a:t>cov</a:t>
            </a:r>
            <a:r>
              <a:rPr lang="en-US" sz="1200" dirty="0"/>
              <a:t>-report=term-missing "Software Development/tests“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1200" dirty="0"/>
              <a:t>To run all:</a:t>
            </a:r>
            <a:br>
              <a:rPr lang="en-US" sz="1200" dirty="0"/>
            </a:br>
            <a:r>
              <a:rPr lang="en-US" sz="1200" dirty="0" err="1"/>
              <a:t>pytest</a:t>
            </a:r>
            <a:r>
              <a:rPr lang="en-US" sz="1200"/>
              <a:t> -v -ra tests</a:t>
            </a:r>
            <a:endParaRPr lang="en-US" sz="1200" dirty="0"/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182559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140</TotalTime>
  <Words>2102</Words>
  <Application>Microsoft Office PowerPoint</Application>
  <PresentationFormat>Widescreen</PresentationFormat>
  <Paragraphs>177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Berlin</vt:lpstr>
      <vt:lpstr>Online Food Delivery System Functionalities</vt:lpstr>
      <vt:lpstr>Legend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Functionalities to be implemented</vt:lpstr>
      <vt:lpstr>Additional Functionalities</vt:lpstr>
      <vt:lpstr>Tests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Delivery System</dc:title>
  <dc:creator>David Nica</dc:creator>
  <cp:lastModifiedBy>David Nica</cp:lastModifiedBy>
  <cp:revision>25</cp:revision>
  <dcterms:created xsi:type="dcterms:W3CDTF">2026-05-06T16:18:46Z</dcterms:created>
  <dcterms:modified xsi:type="dcterms:W3CDTF">2026-05-09T13:54:03Z</dcterms:modified>
</cp:coreProperties>
</file>